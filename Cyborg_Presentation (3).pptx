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053BC-C4D9-7447-8A4E-7320B67803A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E70B1-C65E-1D45-A275-8688F9A89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6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931920" y="457200"/>
            <a:ext cx="1280160" cy="12801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0" y="457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Bot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3291840"/>
            <a:ext cx="4572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Stay Vigilant  •  Stay Secure  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C# • System.Speech.Synthesis • Console 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35DFA7-B226-1B15-AAAE-23C477D041C4}"/>
              </a:ext>
            </a:extLst>
          </p:cNvPr>
          <p:cNvSpPr txBox="1"/>
          <p:nvPr/>
        </p:nvSpPr>
        <p:spPr>
          <a:xfrm>
            <a:off x="2638829" y="1874520"/>
            <a:ext cx="4583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ZA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Cyber security awareness 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Overview &amp; Goals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474720"/>
          </a:xfrm>
          <a:prstGeom prst="rect">
            <a:avLst/>
          </a:prstGeom>
          <a:solidFill>
            <a:srgbClr val="1020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Cyborg?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Cyborg is an interactive console chatbot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Educates users on cybersecurity threats and best practices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text-to-speech (TTS) to speak responses aloud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80+ security keywords across 10+ categories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ASCII art visuals to reinforce key messages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3474720"/>
          </a:xfrm>
          <a:prstGeom prst="rect">
            <a:avLst/>
          </a:prstGeom>
          <a:solidFill>
            <a:srgbClr val="1020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cybersecurity awareness interactively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the experience using the user's name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OOP and event-driven programming in C#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graceful error handling for TTS failures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friendly, engaging conversational interface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0F192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05156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Text-to-Speech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" y="143560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System.Speech.Synthesis to speak every response. Gracefully disables if unavailable.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0F192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10128" y="105156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Smart Matching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10128" y="143560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ContainsKeyword() splits input into words and matches single or multi-word security terms.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743200" cy="1691640"/>
          </a:xfrm>
          <a:prstGeom prst="rect">
            <a:avLst/>
          </a:prstGeom>
          <a:solidFill>
            <a:srgbClr val="0F192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36208" y="105156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ASCII Visuals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36208" y="143560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ShowLock(), ShowFish(), ShowBug() display themed art for passwords, phishing, and malware topics.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2743200" cy="1691640"/>
          </a:xfrm>
          <a:prstGeom prst="rect">
            <a:avLst/>
          </a:prstGeom>
          <a:solidFill>
            <a:srgbClr val="0F192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97180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Typing Effect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" y="335584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TypeEffect() prints each character with a 15ms delay for an immersive terminal feel.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880360"/>
            <a:ext cx="2743200" cy="1691640"/>
          </a:xfrm>
          <a:prstGeom prst="rect">
            <a:avLst/>
          </a:prstGeom>
          <a:solidFill>
            <a:srgbClr val="0F192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297180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80+ Topics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10128" y="335584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passwords, phishing, malware, VPN, GDPR, zero-trust, IoT, incident response &amp; more.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880360"/>
            <a:ext cx="2743200" cy="1691640"/>
          </a:xfrm>
          <a:prstGeom prst="rect">
            <a:avLst/>
          </a:prstGeom>
          <a:solidFill>
            <a:srgbClr val="0F192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36208" y="297180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Error Handling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36208" y="335584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blocks protect speech synthesis and I/O; the bot degrades gracefully on errors.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19456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179576"/>
            <a:ext cx="27432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80360" y="95097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point: initialises TTS, shows logo, gets username, starts chat loop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219456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58191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InitializeSpeech()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847088"/>
            <a:ext cx="27432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80360" y="161848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SpeechSynthesizer (Volume 100, Rate 0). Catches exceptions gracefully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49424"/>
            <a:ext cx="219456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24942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GetResponses()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2514600"/>
            <a:ext cx="27432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80360" y="22860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80+ entry Dictionary&lt;string,string&gt; — the knowledge base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219456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91693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ChatLoop()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3182112"/>
            <a:ext cx="27432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80360" y="295351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loop: reads input, calls ContainsKeyword(), shows response + visual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584448"/>
            <a:ext cx="219456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58444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ContainsKeyword()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0" y="3849624"/>
            <a:ext cx="27432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80360" y="362102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input &amp; keyword into words; supports multi-word phrase matching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219456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25196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TypeEffect() / Visuals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0" y="4517136"/>
            <a:ext cx="27432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80360" y="428853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Animates output char-by-char; ShowLock / ShowFish / ShowBug on match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Keyword Matching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3291840"/>
          </a:xfrm>
          <a:prstGeom prst="rect">
            <a:avLst/>
          </a:prstGeom>
          <a:solidFill>
            <a:srgbClr val="050A14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ContainsKeyword() Logic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47548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Sanitise input — split by spaces &amp;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punctuation into individual words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Split the keyword into words too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Single-word keyword?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use Contains() on word array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Multi-word keyword?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slide a window of N words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match consecutive words in order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Iterates ALL keys; first match wins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914400"/>
            <a:ext cx="3200400" cy="3291840"/>
          </a:xfrm>
          <a:prstGeom prst="rect">
            <a:avLst/>
          </a:prstGeom>
          <a:solidFill>
            <a:srgbClr val="0F192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0" y="9875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Matches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1417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"tell me about phishing"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67335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phishing 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9659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 safety tips"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222199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safety 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25146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2fa?"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77063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2fa 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3063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there"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33192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36118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"blah blah blah"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386791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match 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Topics Covered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43000"/>
          </a:xfrm>
          <a:prstGeom prst="rect">
            <a:avLst/>
          </a:prstGeom>
          <a:solidFill>
            <a:srgbClr val="1020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0332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Authentication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139903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2FA, MFA, OTP, Biometrics, Password Managers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06240" cy="1143000"/>
          </a:xfrm>
          <a:prstGeom prst="rect">
            <a:avLst/>
          </a:prstGeom>
          <a:solidFill>
            <a:srgbClr val="1020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64608" y="10332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🎣 Social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64608" y="139903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Spear Phishing, Smishing, Vishing, Spoofing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4206240" cy="1143000"/>
          </a:xfrm>
          <a:prstGeom prst="rect">
            <a:avLst/>
          </a:prstGeom>
          <a:solidFill>
            <a:srgbClr val="1020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3317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Malware &amp; Threats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26974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Viruses, Worms, Trojans, Ransomware, Spyware, Rootkits, Keyloggers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258568"/>
            <a:ext cx="4206240" cy="1143000"/>
          </a:xfrm>
          <a:prstGeom prst="rect">
            <a:avLst/>
          </a:prstGeom>
          <a:solidFill>
            <a:srgbClr val="1020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64608" y="23317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Network Security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4608" y="26974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Firewalls, HTTPS, VPN, Public WiFi, DNS, MITM Attacks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557016"/>
            <a:ext cx="4206240" cy="1143000"/>
          </a:xfrm>
          <a:prstGeom prst="rect">
            <a:avLst/>
          </a:prstGeom>
          <a:solidFill>
            <a:srgbClr val="1020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6301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Attack Types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" y="399592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DDoS, Brute Force, SQL Injection, XSS, Zero-Day, Exploits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3557016"/>
            <a:ext cx="4206240" cy="1143000"/>
          </a:xfrm>
          <a:prstGeom prst="rect">
            <a:avLst/>
          </a:prstGeom>
          <a:solidFill>
            <a:srgbClr val="1020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64608" y="36301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Data &amp; Privacy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64608" y="399592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Breaches, Backups, Cloud Security, GDPR, Zero Trust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&amp; User Experience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383280"/>
          </a:xfrm>
          <a:prstGeom prst="rect">
            <a:avLst/>
          </a:prstGeom>
          <a:solidFill>
            <a:srgbClr val="050A14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Colour Scheme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292608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46304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— Logo &amp; tips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29260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186537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Red — Cyborg speech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292608" cy="256032"/>
          </a:xfrm>
          <a:prstGeom prst="rect">
            <a:avLst/>
          </a:prstGeom>
          <a:solidFill>
            <a:srgbClr val="8B008B"/>
          </a:solidFill>
          <a:ln w="12700">
            <a:solidFill>
              <a:srgbClr val="8B0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22677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Magenta — User input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06624"/>
            <a:ext cx="292608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2688" y="267004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Yellow — Lock visual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292608" cy="256032"/>
          </a:xfrm>
          <a:prstGeom prst="rect">
            <a:avLst/>
          </a:prstGeom>
          <a:solidFill>
            <a:srgbClr val="00008B"/>
          </a:solidFill>
          <a:ln w="12700">
            <a:solidFill>
              <a:srgbClr val="0000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307238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Blue — Fish visual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292608" cy="256032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" y="347472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Green — Bug visual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913632"/>
            <a:ext cx="292608" cy="25603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2688" y="387705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— Warning messages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9160" y="914400"/>
            <a:ext cx="4114800" cy="3383280"/>
          </a:xfrm>
          <a:prstGeom prst="rect">
            <a:avLst/>
          </a:prstGeom>
          <a:solidFill>
            <a:srgbClr val="0F192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Highlights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444752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greeting using user's name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Tip shown on startup — guides first interaction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effect (15ms/char) creates a 'live' feel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synthesis makes the bot feel human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art icons reinforce the security topic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message for unrecognised input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'exit' at any time to safely close the app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457200"/>
            <a:ext cx="1828800" cy="182880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🔒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Cyborg successfully achieves its goal: </a:t>
            </a: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educating users about cybersecurity through an engaging, personalised console experience.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37744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80+ Topics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315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knowledge base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840480"/>
            <a:ext cx="237744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TTS Enabled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4315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Voice-powered responses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237744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Robust Code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4315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throughout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Cyborg - Cybersecurity Awareness Bot</dc:title>
  <dc:subject>PptxGenJS Presentation</dc:subject>
  <dc:creator>PptxGenJS</dc:creator>
  <cp:lastModifiedBy>Zwivhuya Hector Tshiwela</cp:lastModifiedBy>
  <cp:revision>2</cp:revision>
  <dcterms:created xsi:type="dcterms:W3CDTF">2026-04-10T12:58:30Z</dcterms:created>
  <dcterms:modified xsi:type="dcterms:W3CDTF">2026-04-13T03:54:10Z</dcterms:modified>
</cp:coreProperties>
</file>